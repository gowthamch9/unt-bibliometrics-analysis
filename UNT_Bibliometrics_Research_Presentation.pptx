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460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A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F2A4A"/>
                </a:solidFill>
                <a:latin typeface="Calibri"/>
              </a:rPr>
              <a:t>Work type breakdown</a:t>
            </a:r>
          </a:p>
        </c:rich>
      </c:tx>
      <c:overlay val="0"/>
    </c:title>
    <c:autoTitleDeleted val="0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09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F2A4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4114800" cy="4114800"/>
          </a:xfrm>
          <a:prstGeom prst="ellipse">
            <a:avLst/>
          </a:prstGeom>
          <a:solidFill>
            <a:srgbClr val="3D6B9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31520" cy="731520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0020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NORTH TEXAS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987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Science PhD Research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 Bibliometrics</a:t>
            </a:r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Project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evidence-based bibliometric pipeline — from raw publication data to actionable institutional insights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89204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50703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Venkat Eathamokkala — Information Science PhD Student, UNT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E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Pipeline  ·  Python Extraction  ·  Power BI Dashboards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066F7C-335E-BF02-CFD4-6941F4C81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623970"/>
            <a:ext cx="1315720" cy="747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98424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211500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overview &amp; 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matters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98424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211500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Three-phase architecture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0" y="231343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cleansing, and insight generation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" y="338328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367588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79" y="380664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47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Phase 1 — Data collection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00507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pipelines: OpenAlex API + UNT Faculty Directory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367588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79" y="38066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547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Phase 2 — Cleansing &amp; audit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0" y="400507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findings and how they were resolved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31520" y="507492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60120" y="536752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879" y="549828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39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Phase 3 — Power BI dashboards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569671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dashboards built from the cleaned data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17920" y="5074920"/>
            <a:ext cx="5166360" cy="141732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46520" y="5367528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279" y="549828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5239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Limitations &amp; next steps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132320" y="569671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methodology notes and what comes next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/>
              <a:t>I focused on UNT-specific research trends  because UNT acts as a major hub for open-access publishing and digital scholarship. I have extracted the raw data from Open Alex. This project was built to Quantify Impact and emerging trends in diverse domains</a:t>
            </a:r>
          </a:p>
        </p:txBody>
      </p:sp>
      <p:sp>
        <p:nvSpPr>
          <p:cNvPr id="5" name="Shape 3"/>
          <p:cNvSpPr/>
          <p:nvPr/>
        </p:nvSpPr>
        <p:spPr>
          <a:xfrm>
            <a:off x="640080" y="3340100"/>
            <a:ext cx="6035040" cy="16916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456432"/>
            <a:ext cx="457200" cy="457200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5753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UNT publish, and how is that changing over time?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UNT's output is openly accessible?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research domains and departments lead in output and impact?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UNT collaborate with external institutions?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1417320"/>
            <a:ext cx="4370832" cy="45262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609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52,039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3609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works collected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2990088"/>
            <a:ext cx="393192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60920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359,947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36092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affiliation records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60920" y="3904488"/>
            <a:ext cx="393192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60920" y="3977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141,611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360920" y="4480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classification rows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60920" y="4818888"/>
            <a:ext cx="393192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60920" y="4892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1,889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360920" y="5394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faculty profiles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Three-phase project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 clean deliverable that feeds directly into the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520440" cy="3931920"/>
          </a:xfrm>
          <a:prstGeom prst="rect">
            <a:avLst/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80260" y="2286000"/>
            <a:ext cx="822960" cy="82296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230" y="24999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5844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42062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pipelines extract raw publication and faculty data into SQL Server staging tables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51560" y="5257800"/>
            <a:ext cx="2880360" cy="0"/>
          </a:xfrm>
          <a:prstGeom prst="line">
            <a:avLst/>
          </a:prstGeom>
          <a:noFill/>
          <a:ln w="9525">
            <a:solidFill>
              <a:srgbClr val="C7D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53766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staging tables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1560" y="56327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555,000+ rows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05656" y="3739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05656" y="3739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1920240"/>
            <a:ext cx="3520440" cy="393192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29300" y="2286000"/>
            <a:ext cx="822960" cy="822960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270" y="2499970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5488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4880" y="35844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Cleansing &amp; EDA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00600" y="42062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transforms raw data into trustworthy, analysis-ready records with full audit trail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800600" y="5257800"/>
            <a:ext cx="2880360" cy="0"/>
          </a:xfrm>
          <a:prstGeom prst="line">
            <a:avLst/>
          </a:prstGeom>
          <a:noFill/>
          <a:ln w="9525">
            <a:solidFill>
              <a:srgbClr val="3D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00600" y="53766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views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00600" y="56327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854696" y="3739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854696" y="3739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229600" y="1920240"/>
            <a:ext cx="3520440" cy="3931920"/>
          </a:xfrm>
          <a:prstGeom prst="rect">
            <a:avLst/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9578340" y="228600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310" y="2499970"/>
            <a:ext cx="395021" cy="39502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0" y="3291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503920" y="35844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Dashboards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8549640" y="42062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surface findings for UNT Collections Assessment stakeholders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549640" y="5257800"/>
            <a:ext cx="2880360" cy="0"/>
          </a:xfrm>
          <a:prstGeom prst="line">
            <a:avLst/>
          </a:prstGeom>
          <a:noFill/>
          <a:ln w="9525">
            <a:solidFill>
              <a:srgbClr val="C7D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549640" y="53766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549640" y="56327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metric families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OpenAlex publication data extractor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OpenAlex REST API  ·  Microsoft SQL Server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is a free, open catalog of 200M+ research publications worldwide. Python Script connects via API, filters to UNT's institution ID (I123534392) and publication year ≥ 2000, then loads structured records into SQL Server.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81328" y="2679192"/>
            <a:ext cx="512064" cy="512064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81328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6118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key, sent with every request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3227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07792" y="251460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2679192"/>
            <a:ext cx="512064" cy="512064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9232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6118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institutions.id = UNT  AND  year ≥ 2000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3227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4064" y="251460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33872" y="2679192"/>
            <a:ext cx="512064" cy="512064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33872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5504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36118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Cursor-based, 200 records/page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0024" y="3227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60336" y="251460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10144" y="2679192"/>
            <a:ext cx="512064" cy="512064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10144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51776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70064" y="36118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venue, authors, topics, OA status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26296" y="3227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36608" y="251460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86416" y="2679192"/>
            <a:ext cx="512064" cy="512064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8048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46336" y="36118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batch insert into MSSQL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staging tables created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5029200"/>
            <a:ext cx="10698480" cy="384048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5029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stg_openalex_works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5029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52,039 rows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50292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publication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5486400"/>
            <a:ext cx="10698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400" y="5486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stg_openalex_authors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5486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359,947 rows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54864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author-institution pair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1520" y="5943600"/>
            <a:ext cx="10698480" cy="384048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4400" y="5943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stg_openalex_topics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97680" y="5943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141,611 rows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59436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→ field → subfield → topic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 that matter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1031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 errors, wait 2s → 4s → 8s → 16s → 32s before giving up — prevents crashes from temporary outages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 pagination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1031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OpenAlex's next_cursor bookmark rather than offset pagination — reliable across 50,000+ records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38328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361188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79" y="37426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inserts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40233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EXISTS on work_id means the script can be safely re-run without creating duplicates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79" y="37426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field fetching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0233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select= parameter limits responses to 14 needed fields — faster extraction, lower API credit usage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used:  </a:t>
            </a: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pyodbc · json · time · logging · datetime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 Faculty Information System scraper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BeautifulSoup  ·  facultyinfo.unt.edu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UNT's Faculty Information System is a public compliance database (Texas Education Code §51.974). Since it has no single browsable list, scraper searches by department, collects profile links, then visits each profile individually.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81328" y="2587752"/>
            <a:ext cx="512064" cy="512064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81328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~40 UNT departments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07792" y="242316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2587752"/>
            <a:ext cx="512064" cy="512064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9232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links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5204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finds profile URLs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4064" y="242316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33872" y="2587752"/>
            <a:ext cx="512064" cy="512064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33872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5504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check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35204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already-seen profile IDs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0024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60336" y="242316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10144" y="2587752"/>
            <a:ext cx="512064" cy="512064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10144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51776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profile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70064" y="35204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name, title, dept, college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26296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36608" y="2423160"/>
            <a:ext cx="2011680" cy="178308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86416" y="2587752"/>
            <a:ext cx="512064" cy="512064"/>
          </a:xfrm>
          <a:prstGeom prst="ellipse">
            <a:avLst/>
          </a:prstGeom>
          <a:solidFill>
            <a:srgbClr val="3D6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86416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8048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46336" y="35204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existing, insert new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572000"/>
            <a:ext cx="10698480" cy="141732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0120" y="48006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931359"/>
            <a:ext cx="241402" cy="24140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00200" y="4736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UPSERT instead of insert-only?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600200" y="50749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publications — which are permanent once published — a faculty member's title or department can change. UPSERT logic keeps the table current on every re-run instead of silently leaving stale data in place.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7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stg_unt_faculty  —  1,889 rows: profile_id, name, title, department, college, email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combine two data sources?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tells us what was published — the faculty directory tells us who they are at UNT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698480" cy="50292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alone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faculty directory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698480" cy="566928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published this paper?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542032"/>
            <a:ext cx="237744" cy="237744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542032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" y="2944368"/>
            <a:ext cx="106984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60120" y="29443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this author at UNT?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08960"/>
            <a:ext cx="237744" cy="237744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10896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1520" y="3511296"/>
            <a:ext cx="10698480" cy="566928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960120" y="35112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are they in?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675888"/>
            <a:ext cx="237744" cy="237744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67588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07822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faculty?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242816"/>
            <a:ext cx="237744" cy="237744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242816"/>
            <a:ext cx="237744" cy="2377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31520" y="4645152"/>
            <a:ext cx="10698480" cy="566928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/>
          <p:nvPr/>
        </p:nvSpPr>
        <p:spPr>
          <a:xfrm>
            <a:off x="960120" y="46451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publication stats?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809744"/>
            <a:ext cx="237744" cy="237744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809744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1B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STAGE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cleansing, I measured every table to know exactly where to focus effort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stg_openalex_works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52,039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349240" y="2331720"/>
            <a:ext cx="164592" cy="164592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exact dupes · 28 DOI dupes · 1,388 title dupes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stg_openalex_authors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359,947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0835640" y="2331720"/>
            <a:ext cx="164592" cy="164592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14,425 null IDs · 27,147 null institutions · 31 missed UNT works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stg_openalex_topics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141,611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349240" y="4251960"/>
            <a:ext cx="164592" cy="164592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zero NULLs found anywhere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212080" cy="1691640"/>
          </a:xfrm>
          <a:prstGeom prst="rect">
            <a:avLst/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stg_unt_faculty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1,889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0835640" y="4251960"/>
            <a:ext cx="164592" cy="164592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zero duplicate profiles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CLEANSING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findings to root causes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anomaly was investigated, not just counted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96012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6479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works with no UNT 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76479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truncates authorship lists at 100 positions. These papers had 500+ authors — the UNT author was simply beyond our extraction window.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098280" y="1984248"/>
            <a:ext cx="365760" cy="36576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2079346"/>
            <a:ext cx="175565" cy="1755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55480" y="1764792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confirmed genuinely UNT-affiliated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" y="2770632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84378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exact DOI + title duplicates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0" y="2843784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 appearing twice — 6 were preprint/published-version pairs, plus isolated OA-status and date differences.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98280" y="3063240"/>
            <a:ext cx="365760" cy="36576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3158338"/>
            <a:ext cx="175565" cy="1755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55480" y="2843784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kept earlier publication record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31520" y="3849624"/>
            <a:ext cx="10698480" cy="96012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60120" y="3922776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DOI-only duplicates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931920" y="392277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 characters embedded in titles, truncated titles, and differing work_type across the same paper.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098280" y="4142232"/>
            <a:ext cx="365760" cy="36576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4237330"/>
            <a:ext cx="175565" cy="1755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55480" y="3922776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normalized and deduplicated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31520" y="4928616"/>
            <a:ext cx="106984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60120" y="50017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1,388 title duplicates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931920" y="50017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legitimate same-titled works and true duplicates across preprints, articles, and book-chapters.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98280" y="5221224"/>
            <a:ext cx="365760" cy="36576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5316322"/>
            <a:ext cx="175565" cy="17556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55480" y="500176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Resolved: pragmatic dedup, earlier date kept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DASHBOARD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21024" y="18745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21024" y="23774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7648" y="18745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34272" y="18745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34272" y="23774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7589520" y="2926080"/>
          <a:ext cx="3840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F641858-503A-4896-C8CB-1D06D853A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" y="1261872"/>
            <a:ext cx="11460175" cy="5046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DASHBOARD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access and citation impact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4C23E3-CA5E-E4EA-8EAB-A0817E5D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5" y="1644072"/>
            <a:ext cx="11305309" cy="46551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DASHBOARD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topics deep dive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29C6CC-AA05-C3D1-0C75-91877FC2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5" y="1707439"/>
            <a:ext cx="10915535" cy="4473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DASHBOARD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Authors, faculty &amp; collaboration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4D76CD-B7FC-6AD5-E776-83E6751B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127729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— stated upfront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about data limitations is standard practice in rigorous bibliometric research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169164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21424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misattribution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45920" y="24231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may carry forward a researcher's past UNT affiliation onto papers published after they've moved 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12080" cy="169164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142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ORCIDs (34%)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132320" y="24231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author disambiguation accuracy; topic and name-based matching fills part of the gap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703320"/>
            <a:ext cx="5212080" cy="169164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0120" y="3931920"/>
            <a:ext cx="502920" cy="502920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062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886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position cap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45920" y="43434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truncates very large author lists — addressed for the 31 known cases, may recur elsewhere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3703320"/>
            <a:ext cx="5212080" cy="169164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C057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40626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886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directory coverage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132320" y="43434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1,889 of ~3,327 reported UNT faculty captured; department list can be expanded in a future pass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 Bibliometrics Research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6576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F2A4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faculty directory coverage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departments to reach closer to the full ~3,327 faculty roster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862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97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↔ faculty disambiguation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bridge table using ORCID, topic overlap, and name matching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2A7F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221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 cadence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both pipelines on a schedule to keep dashboards current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37160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31520" y="5943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Venkat Eathamokkala  ·  Information Science PhD Student, University of North Texas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82</TotalTime>
  <Words>1328</Words>
  <Application>Microsoft Office PowerPoint</Application>
  <PresentationFormat>Widescreen</PresentationFormat>
  <Paragraphs>252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 Collections Assessment Research Project</dc:title>
  <dc:subject>PptxGenJS Presentation</dc:subject>
  <dc:creator>UNT Information Science PhD Research</dc:creator>
  <cp:lastModifiedBy>Gowtham Venkat</cp:lastModifiedBy>
  <cp:revision>4</cp:revision>
  <dcterms:created xsi:type="dcterms:W3CDTF">2026-06-30T18:33:33Z</dcterms:created>
  <dcterms:modified xsi:type="dcterms:W3CDTF">2026-06-30T19:57:52Z</dcterms:modified>
</cp:coreProperties>
</file>